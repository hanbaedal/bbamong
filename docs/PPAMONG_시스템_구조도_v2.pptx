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Malgun Gothic"/>
              </a:rPr>
              <a:t>ppamong 시스템 구조도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사용자 앱 · 매니저 앱 · 쇼핑몰 웹 · 관리자 웹 — Replit 단일 서버</a:t>
            </a:r>
          </a:p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쇼핑몰: ppamong.com/shop  |  배포: Replit Autoscale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</a:rPr>
              <a:t>2026년 7월 (쇼핑몰 구조 반영)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1.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클라이언트 (4종)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사용자 앱</a:t>
            </a:r>
          </a:p>
          <a:p>
            <a:pPr algn="ctr"/>
            <a:r>
              <a:rPr sz="1000" b="0">
                <a:solidFill>
                  <a:srgbClr val="E2E8F0"/>
                </a:solidFill>
                <a:latin typeface="Malgun Gothic"/>
              </a:rPr>
              <a:t>게임·회원가입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매니저 앱</a:t>
            </a:r>
          </a:p>
          <a:p>
            <a:pPr algn="ctr"/>
            <a:r>
              <a:rPr sz="1000" b="0">
                <a:solidFill>
                  <a:srgbClr val="E2E8F0"/>
                </a:solidFill>
                <a:latin typeface="Malgun Gothic"/>
              </a:rPr>
              <a:t>현장 경기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쇼핑몰 웹</a:t>
            </a:r>
          </a:p>
          <a:p>
            <a:pPr algn="ctr"/>
            <a:r>
              <a:rPr sz="1000" b="0">
                <a:solidFill>
                  <a:srgbClr val="E2E8F0"/>
                </a:solidFill>
                <a:latin typeface="Malgun Gothic"/>
              </a:rPr>
              <a:t>ppamong.com/shop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143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관리자 웹</a:t>
            </a:r>
          </a:p>
          <a:p>
            <a:pPr algn="ctr"/>
            <a:r>
              <a:rPr sz="1000" b="0">
                <a:solidFill>
                  <a:srgbClr val="E2E8F0"/>
                </a:solidFill>
                <a:latin typeface="Malgun Gothic"/>
              </a:rPr>
              <a:t>/admin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↓  가비아 DNS → ppamong.com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06040"/>
            <a:ext cx="7863840" cy="3200400"/>
          </a:xfrm>
          <a:prstGeom prst="roundRect">
            <a:avLst/>
          </a:prstGeom>
          <a:solidFill>
            <a:srgbClr val="ECFDF5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algun Gothic"/>
              </a:rPr>
              <a:t>호스팅 · Replit Autoscale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7498079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Node.js + 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게임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6576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쇼핑몰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6576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관리자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43484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MallApp / UserApp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Malgun Gothic"/>
              </a:rPr>
              <a:t>외부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06324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MongoDB Atlas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06908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OAuth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매니저: 쇼핑몰 미접속  |  사용자 앱 ↔ 쇼핑몰: 동일 회원 계정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2. 역할별 URL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3200400"/>
                <a:gridCol w="384048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방식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URL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일반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/login, /prediction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회원가입 유일 입구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쇼핑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/shop 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정회원만 주문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매니저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/manager/*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쇼핑몰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/admin/*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상품·주문 관리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3. 관리자 · 배포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05840"/>
          <a:ext cx="1069848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58368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관리자 메뉴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경로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쇼핑몰 확인 (iframe)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/admin/mall-preview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쇼핑몰 관리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/admin/mall-management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주문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/admin/mall-orders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20040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41248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호스팅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Replit Autoscale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빌드/실행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npm run build → npm run start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MongoDB Atlas +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GitHub hanbaedal/bbamong main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