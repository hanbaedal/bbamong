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86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빠몽이 예측 게임 시스템 구조·흐름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API-SPORTS 연동 이후 · 관리자 / 운영자 / 사용자 · 문제점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Malgun Gothic"/>
              </a:rPr>
              <a:t>• 데이터: API-SPORTS Baseball (스코어보드·일정·상태)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Malgun Gothic"/>
              </a:rPr>
              <a:t>• 정산: 포인트 선택 × 고정 배당 (아웃1.2 / 1루1.5 / 2루3 / 3루10 / 홈런5)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Malgun Gothic"/>
              </a:rPr>
              <a:t>• 타석 제어: 운영자 수동 (예측 시작·중지·결과) + 비상 수동 모드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F172A"/>
                </a:solidFill>
                <a:latin typeface="Malgun Gothic"/>
              </a:rPr>
              <a:t>• 작성 기준: 2026-07 코드 반영본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ppamong.com · First-Visit Replit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1. 전체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외부 API → 중앙 백엔드 → 3개 클라이언트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09946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API-SPORTS
KBO 스코어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0942" y="171907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1254" y="1554480"/>
            <a:ext cx="209946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백엔드
폴링 2.5초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4996" y="171907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5308" y="1554480"/>
            <a:ext cx="209946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MongoDB
Match/Prediction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9051" y="171907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9363" y="1554480"/>
            <a:ext cx="209946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WebSocket
/ws/match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03105" y="171907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13417" y="1554480"/>
            <a:ext cx="2099462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관리자·운영자
·사용자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92982"/>
              </p:ext>
            </p:extLst>
          </p:nvPr>
        </p:nvGraphicFramePr>
        <p:xfrm>
          <a:off x="411480" y="2560320"/>
          <a:ext cx="1115568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계층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자동/수동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API-SPORTS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오늘 경기·이닝·점수·종료 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자동 폴링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백엔드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매핑·정산·광고 트리거·헬스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자동 + 수동 API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경기 등록·API 연결·모니터링·비상모드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수동 중심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운영자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예측 시작/중지/결과·광고 강제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수동 (타석)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사용자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배팅·광고 시청·결과 수신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F172A"/>
                          </a:solidFill>
                          <a:latin typeface="Malgun Gothic"/>
                        </a:rPr>
                        <a:t>앱/웹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문자중계·타석 결과·볼카운트는 API-SPORTS에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2. 역할별 자동/수동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무엇이 바뀌고 무엇이 남았는가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710764"/>
              </p:ext>
            </p:extLst>
          </p:nvPr>
        </p:nvGraphicFramePr>
        <p:xfrm>
          <a:off x="411480" y="1371600"/>
          <a:ext cx="1124712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관리자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운영자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사용자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오늘 경기 등록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수동 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API 경기 연결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수동 필수(저장 후)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이닝·점수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자동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자동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자동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예측 시작/중지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비상 시 가능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수동 필수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신호 수신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결과(1루~아웃)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비상 시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수동 필수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정산 수신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경기 종료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강제 종료 유지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API 종료 시 자동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공수교대 광고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강제 시작/중지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시청·500P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배팅 금액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포인트 선택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정산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F172A"/>
                          </a:solidFill>
                          <a:latin typeface="Malgun Gothic"/>
                        </a:rPr>
                        <a:t>결과 입력 트리거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amount×배당</a:t>
                      </a:r>
                      <a:endParaRPr sz="1100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핵심: 스코어는 자동, 타석 판정은 여전히 사람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3. 관리자 게임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경기 관리 → API 연결 → 모니터링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구장/경기
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99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3911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저장하기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0312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0623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API-SPORTS
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3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헬스 Green
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3735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4047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배팅·스코어
모니터링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0447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0759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비상 수동
전환(필요시)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① 관리자 → 경기 관리 → + 경기 등록 → 1~5경기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② 하단 「1. 저장하기」 → 「2. API-SPORTS 오늘 경기 연결」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28415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③ 실시간 게임 모니터링: 헬스 신호등, 스코어보드, 배팅 분포 그래프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12463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④ API 불안정 시 「수동 제어 전환」 → 자동 광고/자동 종료 중단, 운영자 수동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96511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⑤ 광고 매출은 AdMob 리포트(기존) — API-SPORTS와 별개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연결 생략 시: 예측은 가능하나 스코어 자동·자동 종료 없음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4. 운영자 게임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타석 단위 제어는 운영자 책임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배정 경기
입장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99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3911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스코어보드
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0312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0623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예측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3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예측 중지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3735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4047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결과 입력
1루~아웃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0447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0759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다음 라운드
/광고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API가 이닝·점수를 보여주므로 ‘눈대중 스코어’ 부담은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443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타석 시작·종료·결과(아웃/1루/2루/3루/홈런)는 API에 없어 버튼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28415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공수교대/투수교체: 라운드 강제 진행 + 광고 시작/중지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12463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비상 수동 모드일 때: 중계를 보며 예측 종료·결과 정산을 강제로 이어감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96511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• 경기 최종 종료는 API 상태(FT 등)로 자동 처리(자동 모드 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운영자 = 타석 판정관 / API = 스코어보드 보조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5. 사용자 게임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선택 → 배팅 → 대기 → 정산 → 광고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경기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3599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3911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금액 선택
50~1000P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0312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0623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예측 선택
아웃~홈런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7023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17336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결과 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3735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4047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적중 시
금액×배당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80447" y="1673351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11936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90759" y="1508760"/>
            <a:ext cx="1722119" cy="777240"/>
          </a:xfrm>
          <a:prstGeom prst="roundRect">
            <a:avLst/>
          </a:prstGeom>
          <a:solidFill>
            <a:srgbClr val="EEF2FF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172A"/>
                </a:solidFill>
                <a:latin typeface="Malgun Gothic"/>
              </a:rPr>
              <a:t>공수교대
광고·배너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020503"/>
              </p:ext>
            </p:extLst>
          </p:nvPr>
        </p:nvGraphicFramePr>
        <p:xfrm>
          <a:off x="1371600" y="2606040"/>
          <a:ext cx="91440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선택지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배당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예: 100P 적중 시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아웃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1.2배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120P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1.5배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150P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2루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3배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300P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3루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10배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1000P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홈런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5배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0F172A"/>
                          </a:solidFill>
                          <a:latin typeface="Malgun Gothic"/>
                        </a:rPr>
                        <a:t>500P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미적중 포인트는 소멸 · 기존 패자풀 분배 폐지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6. 한 타석(라운드) 엔드투엔드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백엔드 기준 시퀀스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1) 운영자 prediction/start → WS prediction_started → 유저 배팅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2) 유저 POST /predictions (amount 선택) → 즉시 차감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3) 운영자 prediction/stop → WS prediction_stopped → 배팅 마감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4) 운영자 result(아웃~홈런) → 고정배당 정산 → WS round_result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5) 자동 nextRound → WS round_next + banner_ad_show (타자 교체 배너)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6) API 이닝 변경 감지(자동모드) → ad_started + rewarded_ad_offer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7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7) 유저 광고 완료 → /ad-reward 500P (5초 이내 취소 시 무보상)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172A"/>
                </a:solidFill>
                <a:latin typeface="Malgun Gothic"/>
              </a:rPr>
              <a:t>8) API 경기 종료(FT) → endMatch → WS match_ended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WebSocket path: /ws/match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7. 문제점·리스크 점검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운영 전 반드시 인지할 항목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277411"/>
              </p:ext>
            </p:extLst>
          </p:nvPr>
        </p:nvGraphicFramePr>
        <p:xfrm>
          <a:off x="411480" y="1325880"/>
          <a:ext cx="111556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90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등급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문제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영향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대응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타석 결과 API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완전 무인 운영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운영자 수동 + 비상모드 유지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연결 누락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스코어/자동종료 미동작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등록 모달 2단계 버튼 강제 안내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매핑 순서 오류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1~5경기 ↔ KBO 경기 뒤섞임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시작시각 순 매핑 후 관리자 확인 UI 강화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이닝변경=광고 휴리스틱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오탐 시 광고 오발송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운영자 광고 중지 + 수동모드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자동 종료 ≠ 미정산 라운드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pending 예측 잔존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종료 전 라운드 마감·결과 입력 규약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중간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API 지연(수 초~)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중계보다 늦은 판정 체감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운영자가 눈으로 최종 확정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90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리그 ID/키 오류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F172A"/>
                          </a:solidFill>
                          <a:latin typeface="Malgun Gothic"/>
                        </a:rPr>
                        <a:t>헬스 Red, 연결 실패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Secrets·KBO</a:t>
                      </a:r>
                      <a:r>
                        <a:rPr sz="1000" dirty="0">
                          <a:solidFill>
                            <a:srgbClr val="0F172A"/>
                          </a:solidFill>
                          <a:latin typeface="Malgun Gothic"/>
                        </a:rPr>
                        <a:t> league id </a:t>
                      </a:r>
                      <a:r>
                        <a:rPr sz="1000" dirty="0" err="1">
                          <a:solidFill>
                            <a:srgbClr val="0F172A"/>
                          </a:solidFill>
                          <a:latin typeface="Malgun Gothic"/>
                        </a:rPr>
                        <a:t>점검</a:t>
                      </a:r>
                      <a:endParaRPr sz="1000" dirty="0">
                        <a:solidFill>
                          <a:srgbClr val="0F172A"/>
                        </a:solidFill>
                        <a:latin typeface="Malgun Gothi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빨강=운영 리스크 / 노랑=운영 규약으로 완화 / 초록=설정 이슈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8. 권장 운영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algun Gothic"/>
              </a:rPr>
              <a:t>경기일 당일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Replit Secrets: API_SPORTS_KEY / API_SPORTS_KBO_LEAGUE_ID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013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관리자: 오늘 1~5경기 등록 → 저장 → API-SPORTS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8541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모니터링: 헬스 Green, 팀명·스코어 매핑 올바른지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6946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운영자 op1~op5: 배정 경기 입장, 스코어보드 표시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535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예측 루프: 시작 → 유저 배팅 → 중지 → 결과 → (광고)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API 이상 시: 관리자 수동 제어 전환 → 운영자 강제 종료/정산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경기 종료 직전: 열린 라운드 없는지 확인 후 API 자동종료 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10565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F172A"/>
                </a:solidFill>
                <a:latin typeface="Malgun Gothic"/>
              </a:rPr>
              <a:t>□ 배포: GitHub main push 후 Replit git pull +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다음 개선 후보: 연결 시 팀명 수동 매핑 UI, 미정산 라운드 종료 가드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9. 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관리자: 등록 + API 연결 + 감시(+비상)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운영자: 타석 시작/중지/결과(핵심 수동)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사용자: 금액 선택 배팅 + 고정 배당 + 광고 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API-SPORTS: 스코어보드·종료 상태만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한계: 문자중계/타석 결과 없음 → 완전 자동 예측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Malgun Gothic"/>
              </a:rPr>
              <a:t>• 가장 큰 운영 리스크: API 미연결·경기 매핑 오류·미정산 종료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algun Gothic"/>
              </a:rPr>
              <a:t>문서 파일: docs/PPAMONG_예측게임_시스템흐름.pptx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1175</Words>
  <Application>Microsoft Office PowerPoint</Application>
  <PresentationFormat>와이드스크린</PresentationFormat>
  <Paragraphs>215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BEATUS CHOI</cp:lastModifiedBy>
  <cp:revision>2</cp:revision>
  <dcterms:created xsi:type="dcterms:W3CDTF">2013-01-27T09:14:16Z</dcterms:created>
  <dcterms:modified xsi:type="dcterms:W3CDTF">2026-07-24T15:50:38Z</dcterms:modified>
  <cp:category/>
</cp:coreProperties>
</file>