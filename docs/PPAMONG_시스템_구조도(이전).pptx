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Malgun Gothic"/>
              </a:rPr>
              <a:t>ppamong 시스템 구조도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백엔드·API·화면은 Replit의 web 한 서버에서 처리</a:t>
            </a:r>
          </a:p>
          <a:p>
            <a:pPr algn="l"/>
            <a:r>
              <a:rPr sz="1800" b="0">
                <a:solidFill>
                  <a:srgbClr val="64748B"/>
                </a:solidFill>
                <a:latin typeface="Malgun Gothic"/>
              </a:rPr>
              <a:t>클라이언트: 사용자 앱 · 매니저 앱 · 관리자 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Malgun Gothic"/>
              </a:rPr>
              <a:t>도메인: ppamong.com  |  호스팅: Replit Autoscale  |  DB: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1.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  <a:latin typeface="Malgun Gothic"/>
              </a:rPr>
              <a:t>클라이언트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사용자 앱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Malgun Gothic"/>
              </a:rPr>
              <a:t>Android / iOS · Capacitor WebView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매니저 앱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Malgun Gothic"/>
              </a:rPr>
              <a:t>Android / iOS · Capacitor WebView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474720" cy="105156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관리자 웹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Malgun Gothic"/>
              </a:rPr>
              <a:t>브라우저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algun Gothic"/>
              </a:rPr>
              <a:t>↓  https://ppamong.com   ·   /manager   ·   /admin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697480"/>
            <a:ext cx="3931920" cy="640080"/>
          </a:xfrm>
          <a:prstGeom prst="roundRect">
            <a:avLst>
              <a:gd name="adj" fmla="val 10000"/>
            </a:avLst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가비아 DNS → ppamong.com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749039"/>
            <a:ext cx="7680960" cy="26517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Malgun Gothic"/>
              </a:rPr>
              <a:t>호스팅 · Replit Autoscale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7132320" cy="5029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ppamong.com  ·  Node.js + Express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9204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Malgun Gothic"/>
              </a:rPr>
              <a:t>UserApp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/login, /home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489204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Malgun Gothic"/>
              </a:rPr>
              <a:t>ManagerApp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/manager/*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489204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Malgun Gothic"/>
              </a:rPr>
              <a:t>AdminApp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algun Gothic"/>
              </a:rPr>
              <a:t>/admin/*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52160"/>
            <a:ext cx="3383280" cy="4114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Express API  /api/*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5852160"/>
            <a:ext cx="3383280" cy="41148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Redis · 세션·캐시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Malgun Gothic"/>
              </a:rPr>
              <a:t>외부 서비스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42062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MongoDB Atlas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Malgun Gothic"/>
              </a:rPr>
              <a:t>DB: ppamong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5349240"/>
            <a:ext cx="3383280" cy="91440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OAuth</a:t>
            </a:r>
          </a:p>
          <a:p>
            <a:pPr algn="ctr"/>
            <a:r>
              <a:rPr sz="1100" b="0">
                <a:solidFill>
                  <a:srgbClr val="E2E8F0"/>
                </a:solidFill>
                <a:latin typeface="Malgun Gothic"/>
              </a:rPr>
              <a:t>카카오 · 구글 · 애플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2. 역할별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누가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어떻게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어디 (URL)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005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algun Gothic"/>
              </a:rPr>
              <a:t>서버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참여자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63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Malgun Gothic"/>
              </a:rPr>
              <a:t>사용자 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63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E40AF"/>
                </a:solidFill>
                <a:latin typeface="Malgun Gothic"/>
              </a:rPr>
              <a:t>/login, /home 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현장 운영자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697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E7490"/>
                </a:solidFill>
                <a:latin typeface="Malgun Gothic"/>
              </a:rPr>
              <a:t>매니저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69748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E7490"/>
                </a:solidFill>
                <a:latin typeface="Malgun Gothic"/>
              </a:rPr>
              <a:t>/manager/*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본사 관리자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39319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7C2D12"/>
                </a:solidFill>
                <a:latin typeface="Malgun Gothic"/>
              </a:rPr>
              <a:t>웹 브라우저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06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9319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2D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7C2D12"/>
                </a:solidFill>
                <a:latin typeface="Malgun Gothic"/>
              </a:rPr>
              <a:t>/admin/*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463040"/>
            <a:ext cx="2286000" cy="356616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Replit
서버 1대</a:t>
            </a:r>
          </a:p>
          <a:p>
            <a:pPr algn="ctr"/>
            <a:r>
              <a:rPr sz="1200" b="0">
                <a:solidFill>
                  <a:srgbClr val="E2E8F0"/>
                </a:solidFill>
                <a:latin typeface="Malgun Gothic"/>
              </a:rPr>
              <a:t>Express +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4748B"/>
                </a:solidFill>
                <a:latin typeface="Malgun Gothic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algun Gothic"/>
              </a:rPr>
              <a:t>세 경로 모두 같은 Replit 서버로 모입니다. 앱은 Capacitor WebView로 ppamong.com을 엽니다.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3. 계층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097280"/>
          <a:ext cx="941832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계층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클라이언트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사용자 앱 · 매니저 앱 · 관리자 웹 (3종)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호스팅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Replit Autoscale (ppamong.com)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서버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Node.js 20 + Express (server/)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React 3벌 (client/) — URL 경로로 분기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MongoDB Atlas (ppamong) + Redis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DNS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가비아 → ppamong.com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JWT + OAuth (카카오 · 구글 · 애플)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4. 역할별 접속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3327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사용 방식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URL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일반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Android / iOS 앱 (WebView)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/login, /home, /prediction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운영자(매니저)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별도 Android / iOS 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/manager/*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웹 브라우저만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Malgun Gothic"/>
                        </a:rPr>
                        <a:t>/admin/*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657600"/>
            <a:ext cx="1033272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D4ED8"/>
                </a:solidFill>
                <a:latin typeface="Malgun Gothic"/>
              </a:rPr>
              <a:t>참고</a:t>
            </a:r>
          </a:p>
          <a:p>
            <a:r>
              <a:rPr sz="1300" b="0">
                <a:solidFill>
                  <a:srgbClr val="0F172A"/>
                </a:solidFill>
                <a:latin typeface="Malgun Gothic"/>
              </a:rPr>
              <a:t>Capacitor 원격 URL 모드: 앱은 WebView로 https://ppamong.com 을 엽니다.</a:t>
            </a:r>
          </a:p>
          <a:p>
            <a:r>
              <a:rPr sz="1300" b="0">
                <a:solidFill>
                  <a:srgbClr val="0F172A"/>
                </a:solidFill>
                <a:latin typeface="Malgun Gothic"/>
              </a:rPr>
              <a:t>화면·기능 변경은 주로 Replit 배포(web)만 하면 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348</Words>
  <Application>Microsoft Office PowerPoint</Application>
  <PresentationFormat>와이드스크린</PresentationFormat>
  <Paragraphs>87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BEATUS CHOI</cp:lastModifiedBy>
  <cp:revision>1</cp:revision>
  <dcterms:created xsi:type="dcterms:W3CDTF">2013-01-27T09:14:16Z</dcterms:created>
  <dcterms:modified xsi:type="dcterms:W3CDTF">2026-07-20T04:52:41Z</dcterms:modified>
  <cp:category/>
</cp:coreProperties>
</file>