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0F172A"/>
                </a:solidFill>
                <a:latin typeface="Malgun Gothic"/>
              </a:rPr>
              <a:t>ppamong 시스템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64748B"/>
                </a:solidFill>
                <a:latin typeface="Malgun Gothic"/>
              </a:rPr>
              <a:t>백엔드·API·화면은 Replit의 web 한 서버에서 처리</a:t>
            </a:r>
          </a:p>
          <a:p>
            <a:pPr algn="l"/>
            <a:r>
              <a:rPr sz="1800" b="0">
                <a:solidFill>
                  <a:srgbClr val="64748B"/>
                </a:solidFill>
                <a:latin typeface="Malgun Gothic"/>
              </a:rPr>
              <a:t>클라이언트: 사용자 앱 · 매니저 앱 · 관리자 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algun Gothic"/>
              </a:rPr>
              <a:t>도메인: ppamong.com  |  호스팅: Replit Autoscale  |  DB: MongoDB Atlas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algun Gothic"/>
              </a:rPr>
              <a:t>1. 전체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Malgun Gothic"/>
              </a:rPr>
              <a:t>클라이언트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474720" cy="1051560"/>
          </a:xfrm>
          <a:prstGeom prst="roundRect">
            <a:avLst>
              <a:gd name="adj" fmla="val 10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사용자 앱</a:t>
            </a:r>
          </a:p>
          <a:p>
            <a:pPr algn="ctr"/>
            <a:r>
              <a:rPr sz="1100" b="0">
                <a:solidFill>
                  <a:srgbClr val="E2E8F0"/>
                </a:solidFill>
                <a:latin typeface="Malgun Gothic"/>
              </a:rPr>
              <a:t>Android / iOS · Capacitor WebView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188720"/>
            <a:ext cx="3474720" cy="1051560"/>
          </a:xfrm>
          <a:prstGeom prst="roundRect">
            <a:avLst>
              <a:gd name="adj" fmla="val 10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매니저 앱</a:t>
            </a:r>
          </a:p>
          <a:p>
            <a:pPr algn="ctr"/>
            <a:r>
              <a:rPr sz="1100" b="0">
                <a:solidFill>
                  <a:srgbClr val="E2E8F0"/>
                </a:solidFill>
                <a:latin typeface="Malgun Gothic"/>
              </a:rPr>
              <a:t>Android / iOS · Capacitor WebView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188720"/>
            <a:ext cx="3474720" cy="1051560"/>
          </a:xfrm>
          <a:prstGeom prst="roundRect">
            <a:avLst>
              <a:gd name="adj" fmla="val 10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관리자 웹</a:t>
            </a:r>
          </a:p>
          <a:p>
            <a:pPr algn="ctr"/>
            <a:r>
              <a:rPr sz="1100" b="0">
                <a:solidFill>
                  <a:srgbClr val="E2E8F0"/>
                </a:solidFill>
                <a:latin typeface="Malgun Gothic"/>
              </a:rPr>
              <a:t>브라우저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Malgun Gothic"/>
              </a:rPr>
              <a:t>↓  https://ppamong.com   ·   /manager   ·   /admin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0" y="2697480"/>
            <a:ext cx="3931920" cy="640080"/>
          </a:xfrm>
          <a:prstGeom prst="roundRect">
            <a:avLst>
              <a:gd name="adj" fmla="val 10000"/>
            </a:avLst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가비아 DNS → ppamong.com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Malgun Gothic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749039"/>
            <a:ext cx="7680960" cy="265176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587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Malgun Gothic"/>
              </a:rPr>
              <a:t>호스팅 · Replit Autoscale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206240"/>
            <a:ext cx="7132320" cy="50292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ppamong.com  ·  Node.js + Express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21945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766E"/>
                </a:solidFill>
                <a:latin typeface="Malgun Gothic"/>
              </a:rPr>
              <a:t>UserApp</a:t>
            </a:r>
          </a:p>
          <a:p>
            <a:pPr algn="ctr"/>
            <a:r>
              <a:rPr sz="1000" b="0">
                <a:solidFill>
                  <a:srgbClr val="64748B"/>
                </a:solidFill>
                <a:latin typeface="Malgun Gothic"/>
              </a:rPr>
              <a:t>/login, /home 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4892040"/>
            <a:ext cx="21945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766E"/>
                </a:solidFill>
                <a:latin typeface="Malgun Gothic"/>
              </a:rPr>
              <a:t>ManagerApp</a:t>
            </a:r>
          </a:p>
          <a:p>
            <a:pPr algn="ctr"/>
            <a:r>
              <a:rPr sz="1000" b="0">
                <a:solidFill>
                  <a:srgbClr val="64748B"/>
                </a:solidFill>
                <a:latin typeface="Malgun Gothic"/>
              </a:rPr>
              <a:t>/manager/*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4892040"/>
            <a:ext cx="21945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F766E"/>
                </a:solidFill>
                <a:latin typeface="Malgun Gothic"/>
              </a:rPr>
              <a:t>AdminApp</a:t>
            </a:r>
          </a:p>
          <a:p>
            <a:pPr algn="ctr"/>
            <a:r>
              <a:rPr sz="1000" b="0">
                <a:solidFill>
                  <a:srgbClr val="64748B"/>
                </a:solidFill>
                <a:latin typeface="Malgun Gothic"/>
              </a:rPr>
              <a:t>/admin/*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52160"/>
            <a:ext cx="3383280" cy="41148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Express API  /api/*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5852160"/>
            <a:ext cx="3383280" cy="41148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Redis · 세션·캐시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8404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Malgun Gothic"/>
              </a:rPr>
              <a:t>외부 서비스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06240"/>
            <a:ext cx="3383280" cy="9144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MongoDB Atlas</a:t>
            </a:r>
          </a:p>
          <a:p>
            <a:pPr algn="ctr"/>
            <a:r>
              <a:rPr sz="1100" b="0">
                <a:solidFill>
                  <a:srgbClr val="E2E8F0"/>
                </a:solidFill>
                <a:latin typeface="Malgun Gothic"/>
              </a:rPr>
              <a:t>DB: ppamong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5349240"/>
            <a:ext cx="3383280" cy="914400"/>
          </a:xfrm>
          <a:prstGeom prst="roundRect">
            <a:avLst>
              <a:gd name="adj" fmla="val 1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OAuth</a:t>
            </a:r>
          </a:p>
          <a:p>
            <a:pPr algn="ctr"/>
            <a:r>
              <a:rPr sz="1100" b="0">
                <a:solidFill>
                  <a:srgbClr val="E2E8F0"/>
                </a:solidFill>
                <a:latin typeface="Malgun Gothic"/>
              </a:rPr>
              <a:t>카카오 · 구글 · 애플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algun Gothic"/>
              </a:rPr>
              <a:t>2. 역할별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Malgun Gothic"/>
              </a:rPr>
              <a:t>누가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Malgun Gothic"/>
              </a:rPr>
              <a:t>어떻게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Malgun Gothic"/>
              </a:rPr>
              <a:t>어디 (URL)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Malgun Gothic"/>
              </a:rPr>
              <a:t>서버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참여자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737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Malgun Gothic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46304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  <a:latin typeface="Malgun Gothic"/>
              </a:rPr>
              <a:t>사용자 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737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Malgun 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40AF"/>
                </a:solidFill>
                <a:latin typeface="Malgun Gothic"/>
              </a:rPr>
              <a:t>/login, /home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9748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현장 운영자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71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Malgun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69748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E7490"/>
                </a:solidFill>
                <a:latin typeface="Malgun Gothic"/>
              </a:rPr>
              <a:t>매니저 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971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Malgun Gothi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269748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E7490"/>
                </a:solidFill>
                <a:latin typeface="Malgun Gothic"/>
              </a:rPr>
              <a:t>/manager/*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31920"/>
            <a:ext cx="2560320" cy="914400"/>
          </a:xfrm>
          <a:prstGeom prst="roundRect">
            <a:avLst>
              <a:gd name="adj" fmla="val 10000"/>
            </a:avLst>
          </a:prstGeom>
          <a:solidFill>
            <a:srgbClr val="7C2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본사 관리자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Malgun Gothic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9319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C2D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7C2D12"/>
                </a:solidFill>
                <a:latin typeface="Malgun Gothic"/>
              </a:rPr>
              <a:t>웹 브라우저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Malgun Gothi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9319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7C2D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7C2D12"/>
                </a:solidFill>
                <a:latin typeface="Malgun Gothic"/>
              </a:rPr>
              <a:t>/admin/*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1463040"/>
            <a:ext cx="2286000" cy="3566160"/>
          </a:xfrm>
          <a:prstGeom prst="roundRect">
            <a:avLst>
              <a:gd name="adj" fmla="val 1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Replit
서버 1대</a:t>
            </a:r>
          </a:p>
          <a:p>
            <a:pPr algn="ctr"/>
            <a:r>
              <a:rPr sz="1200" b="0">
                <a:solidFill>
                  <a:srgbClr val="E2E8F0"/>
                </a:solidFill>
                <a:latin typeface="Malgun Gothic"/>
              </a:rPr>
              <a:t>Express + React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4748B"/>
                </a:solidFill>
                <a:latin typeface="Malgun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algun Gothic"/>
              </a:rPr>
              <a:t>세 경로 모두 같은 Replit 서버로 모입니다. 앱은 Capacitor WebView로 ppamong.com을 엽니다.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algun Gothic"/>
              </a:rPr>
              <a:t>3. 계층 요약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097280"/>
          <a:ext cx="941832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713232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계층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클라이언트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사용자 앱 · 매니저 앱 · 관리자 웹 (3종)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호스팅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Replit Autoscale (ppamong.com)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서버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Node.js 20 + Express (server/)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UI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React 3벌 (client/) — URL 경로로 분기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MongoDB Atlas (ppamong) + Redis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DNS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가비아 → ppamong.com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인증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JWT + OAuth (카카오 · 구글 · 애플)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Malgun Gothic"/>
              </a:rPr>
              <a:t>4. 역할별 접속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280160"/>
          <a:ext cx="1033272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393192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사용 방식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URL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Android / iOS 앱 (WebView)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/login, /home, /prediction 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운영자(매니저)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별도 Android / iOS 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/manager/*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관리자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웹 브라우저만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Malgun Gothic"/>
                        </a:rPr>
                        <a:t>/admin/*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3657600"/>
            <a:ext cx="10332720" cy="13716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D4ED8"/>
                </a:solidFill>
                <a:latin typeface="Malgun Gothic"/>
              </a:rPr>
              <a:t>참고</a:t>
            </a:r>
          </a:p>
          <a:p>
            <a:r>
              <a:rPr sz="1300" b="0">
                <a:solidFill>
                  <a:srgbClr val="0F172A"/>
                </a:solidFill>
                <a:latin typeface="Malgun Gothic"/>
              </a:rPr>
              <a:t>Capacitor 원격 URL 모드: 앱은 WebView로 https://ppamong.com 을 엽니다.</a:t>
            </a:r>
          </a:p>
          <a:p>
            <a:r>
              <a:rPr sz="1300" b="0">
                <a:solidFill>
                  <a:srgbClr val="0F172A"/>
                </a:solidFill>
                <a:latin typeface="Malgun Gothic"/>
              </a:rPr>
              <a:t>화면·기능 변경은 주로 Replit 배포(web)만 하면 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