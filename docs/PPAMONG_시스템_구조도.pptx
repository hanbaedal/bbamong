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PPAMONG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Malgun Gothic"/>
              </a:rPr>
              <a:t>게임 · 쇼핑몰 · 관리자 백오피스 통합 아키텍처</a:t>
            </a:r>
          </a:p>
          <a:p>
            <a:r>
              <a:rPr sz="1600" b="0">
                <a:solidFill>
                  <a:srgbClr val="CBD5E1"/>
                </a:solidFill>
                <a:latin typeface="Malgun Gothic"/>
              </a:rPr>
              <a:t>2026년 7월 기준 (Replit · MongoDB Atlas · Redis)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1. 전체 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algun Gothic"/>
              </a:rPr>
              <a:t>백엔드 1대(Replit) · 클라이언트 4종 · DB MongoDB Atlas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706624" cy="65836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사용자 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9272" y="1417320"/>
            <a:ext cx="2706624" cy="65836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매니저 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417320"/>
            <a:ext cx="2706624" cy="65836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쇼핑몰 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1976" y="1417320"/>
            <a:ext cx="2706624" cy="658368"/>
          </a:xfrm>
          <a:prstGeom prst="roundRect">
            <a:avLst/>
          </a:prstGeom>
          <a:solidFill>
            <a:srgbClr val="E1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관리자 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194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4748B"/>
                </a:solidFill>
                <a:latin typeface="Malgun Gothic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23160"/>
            <a:ext cx="3645407" cy="658368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가비아 DNS
ppamong.com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8056" y="2423160"/>
            <a:ext cx="3645407" cy="65836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Replit Autoscale
Node.js + Express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3191" y="2423160"/>
            <a:ext cx="3645407" cy="658368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MongoDB Atlas
+ 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• main.tsx 경로 분기: /manager → ManagerApp · /admin → AdminApp · /shop → MallApp · 그 외 → UserApp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850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• Capacitor 앱(사용자·매니저)은 WebView로 ppamong.com 접속 — 서버 배포만으로 UI 대부분 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3250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• OAuth(카카오·구글·애플), SOLAPI(SMS), Object Storage(영상·상품 이미지) 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docs/PPAMONG_시스템_구조도.md · GitHub hanbaedal/bbamong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2. 클라이언트 4종 ·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algun Gothic"/>
              </a:rPr>
              <a:t>URL · 사용자 · 주요 기능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1645920"/>
                <a:gridCol w="4572000"/>
              </a:tblGrid>
              <a:tr h="46634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클라이언트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접속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주요 기능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사용자 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/login, /home, /prediction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참여자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게임 · 회원가입(유일) · 몰 링크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쇼핑몰 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/shop, /shop/product/:id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일반 고객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상품·장바구니 · 정회원 주문 · 구매 문의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매니저 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/manager/*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현장 운영자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경기 운영 · 예측 진행 (관리자 웹 불가)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관리자 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/admin/*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슈퍼·일반 어드민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게임·회원·몰·주문·재고·구매 백오피스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정회원만 쇼핑몰 주문 가능 — 게스트·비로그인은 열람·장바구니만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3. 서버 · API 계층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algun Gothic"/>
              </a:rPr>
              <a:t>Express 단일 프로세스 · UserRoutes 모듈화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686050" cy="123444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게임 API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/api/matches
/api/predictions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6130" y="1371600"/>
            <a:ext cx="2686050" cy="123444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쇼핑몰 API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/api/mall/*
상품·주문·문의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9340" y="1371600"/>
            <a:ext cx="2686050" cy="1234440"/>
          </a:xfrm>
          <a:prstGeom prst="roundRect">
            <a:avLst/>
          </a:prstGeom>
          <a:solidFill>
            <a:srgbClr val="E11936"/>
          </a:solidFill>
          <a:ln>
            <a:solidFill>
              <a:srgbClr val="E11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관리자 API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/api/admin/*
몰·회원·경기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2550" y="1371600"/>
            <a:ext cx="2686050" cy="12344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공통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WebSocket
Redis 세션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• 빌드: npm run build → Vite(React) + esbuild(server) · 실행: npm run start (PORT 5000)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735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• 정적 파일: dist/public · 업로드: /uploads (로컬) 또는 GCS Object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2102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• 배포: Replit Autoscale · git fetch &amp;&amp; reset --hard origin/main &amp;&amp; npm run 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4. 쇼핑몰(/shop) 고객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algun Gothic"/>
              </a:rPr>
              <a:t>굿웨어몰형 UI · 앱 계정과 세션 공유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143353" cy="65836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카테고리·검색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56001" y="1417320"/>
            <a:ext cx="2143353" cy="65836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상품 상세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9083" y="1417320"/>
            <a:ext cx="2143353" cy="65836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장바구니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2164" y="1417320"/>
            <a:ext cx="2143353" cy="658368"/>
          </a:xfrm>
          <a:prstGeom prst="roundRect">
            <a:avLst/>
          </a:prstGeom>
          <a:solidFill>
            <a:srgbClr val="E11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주문(정회원)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15246" y="1417320"/>
            <a:ext cx="2143353" cy="65836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구매 문의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194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4748B"/>
                </a:solidFill>
                <a:latin typeface="Malgun Gothic"/>
              </a:rPr>
              <a:t>▼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331720"/>
          <a:ext cx="1115568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869680"/>
              </a:tblGrid>
              <a:tr h="4526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정책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운영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https://ppamong.com/shop (향후 shop.ppamong.com)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회원가입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사용자 앱 전용 — 몰 웹에 가입 폼 없음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결제 1차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현금 주문 접수 → 관리자 확인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판매 유형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재고판매(stock) · 주문후조달(procure)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문의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상품 상세 탭 · 이름·연락처·내용 → 관리자 구매 문의함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5. 쇼핑몰 관리 (/admin/mall-management)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algun Gothic"/>
              </a:rPr>
              <a:t>4개 탭 · 상품 등록/리스트/표시/문의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686050" cy="123444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상품 등록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신규 POST
등록 후 초기화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6130" y="1325880"/>
            <a:ext cx="2686050" cy="123444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상품 리스트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검색·수정
삭제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9340" y="1325880"/>
            <a:ext cx="2686050" cy="12344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쇼핑몰 표시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제목·노출
문의 연락처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2550" y="1325880"/>
            <a:ext cx="2686050" cy="1234440"/>
          </a:xfrm>
          <a:prstGeom prst="roundRect">
            <a:avLst/>
          </a:prstGeom>
          <a:solidFill>
            <a:srgbClr val="E11936"/>
          </a:solidFill>
          <a:ln>
            <a:solidFill>
              <a:srgbClr val="E11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구매 문의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algun Gothic"/>
              </a:rPr>
              <a:t>답변 저장
전화·메일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• 상품: 카테고리 · 옵션(컬러/사이즈) · 재고판매/주문후조달 · 제품사진·상품정보 이미지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278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• 이미지: 대표 20KB/1280px · 상품정보 80KB/860px · WebP 자동압축 · GCS 또는 로컬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75303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• 구매 문의: 답변글 DB 저장 · tel:/mailto: 링크 · 처리완료 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6. 몰 운영 4모듈 (백오피스)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algun Gothic"/>
              </a:rPr>
              <a:t>주문 · 판매 · 재고 · 구매 — ERP형 흐름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6126480"/>
              </a:tblGrid>
              <a:tr h="46634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모듈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경로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주문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/admin/mall-orders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고객 주문 접수·상태·배송 처리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판매 관리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/admin/mall-sales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판매 실적·출고 연동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재고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/admin/mall-inventory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창고·로케이션·입출고·재고 수량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구매 관리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/admin/mall-purchase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주문후조달 발주·입고·발송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6576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• 재고판매: 주문 시 재고 검증·차감 · 품절 시 「판매완료」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050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• 주문후조달: 재고 숫자 숨김 · 주문 → 구매관리 발주 → 재고 입고 → 주문 발송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7. 관리자 웹 메뉴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algun Gothic"/>
              </a:rPr>
              <a:t>adminMenuConfig.ts · 슈퍼어드민 전용 구역 포함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3099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0"/>
              </a:tblGrid>
              <a:tr h="4428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섹션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대표 메뉴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28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기본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대시보드 · 앱 홈 설정</a:t>
                      </a:r>
                    </a:p>
                  </a:txBody>
                  <a:tcPr/>
                </a:tc>
              </a:tr>
              <a:tr h="4428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쇼핑몰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몰 확인 · 몰 관리 · 주문·판매·재고·구매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28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슈퍼바이저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관리자 등록/리스트 · DB백업 · 로그인 현황</a:t>
                      </a:r>
                    </a:p>
                  </a:txBody>
                  <a:tcPr/>
                </a:tc>
              </a:tr>
              <a:tr h="4428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수익·운영자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동영상 광고 수익 · 운영자 등록·모니터링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28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경기·회원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경기 관리 · 회원 리스트 · 사회공헌</a:t>
                      </a:r>
                    </a:p>
                  </a:txBody>
                  <a:tcPr/>
                </a:tc>
              </a:tr>
              <a:tr h="4428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공지·지원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공지 · 고객 지원 · 약관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8. 데이터 · 인프라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algun Gothic"/>
              </a:rPr>
              <a:t>MongoDB · Redis · Object Storage · DNS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3099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595360"/>
              </a:tblGrid>
              <a:tr h="4428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구성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28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MongoDB Atlas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회원·경기·상품(GoodsProduct)·주문·ShopInquiry·리뷰 등</a:t>
                      </a:r>
                    </a:p>
                  </a:txBody>
                  <a:tcPr/>
                </a:tc>
              </a:tr>
              <a:tr h="4428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Redis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세션 · 캐시 (Replit 내장)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28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Object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PRIVATE_OBJECT_DIR · 영상·광고·몰 상품 이미지 (GCS)</a:t>
                      </a:r>
                    </a:p>
                  </a:txBody>
                  <a:tcPr/>
                </a:tc>
              </a:tr>
              <a:tr h="4428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로컬 fallback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Object Storage 미설정 시 data/uploads/mall-products/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28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DNS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가비아 → ppamong.com → Replit</a:t>
                      </a:r>
                    </a:p>
                  </a:txBody>
                  <a:tcPr/>
                </a:tc>
              </a:tr>
              <a:tr h="4428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타임존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Asia/Seoul (KST)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9. 저장소 폴더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algun Gothic"/>
              </a:rPr>
              <a:t>monorepo web — client + server + shared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web/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  client/src/     UserApp · ManagerApp · AdminApp · MallApp · pages/mall · adminPages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  server/         Express · UserRoutes · UserStorage · mongodb/models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94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  shared/         mallConfig · mallProduct · Zod 공유 상수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  android-manager/ · ios-manager-standalone/   매니저 네이티브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39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Malgun Gothic"/>
              </a:rPr>
              <a:t>  docs/           정책·구조·배포 문서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10. 관련 문서 · 배포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Malgun Gothic"/>
              </a:rPr>
              <a:t>운영 시 참고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79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98079"/>
              </a:tblGrid>
              <a:tr h="4526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문서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PPAMONG_시스템_구조도.md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Mermaid 다이어그램 · 본 PPT 원본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PPAMONG_몰_정책.md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URL · 정회원 · 결제 · 역할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PPAMONG_몰_판매유형.md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stock / procure 상세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PPAMONG_DEPLOY_CHECKLIST.md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Replit 배포 체크리스트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.env.example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Object Storage · SOLAPI Secrets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977639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Replit 배포: git fetch origin &amp;&amp; git reset --hard origin/main &amp;&amp; npm run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